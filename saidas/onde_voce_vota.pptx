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ELEIÇÕES 2026 · 1º TURNO · DOMINGO, 4 DE OUTUBRO · 8H ÀS 17H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8595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42B5A"/>
                </a:solidFill>
                <a:latin typeface="Montserrat"/>
              </a:rPr>
              <a:t>Onde você vota</a:t>
            </a:r>
          </a:p>
          <a:p>
            <a:pPr algn="l">
              <a:lnSpc>
                <a:spcPct val="98000"/>
              </a:lnSpc>
            </a:pPr>
            <a:r>
              <a:rPr sz="5400" b="1">
                <a:solidFill>
                  <a:srgbClr val="042B5A"/>
                </a:solidFill>
                <a:latin typeface="Montserrat"/>
              </a:rPr>
              <a:t>no 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B6B6B"/>
                </a:solidFill>
                <a:latin typeface="Montserrat"/>
              </a:rPr>
              <a:t>Todas as seções da Irlanda votam num único lugar: o Hall 2 do RDS, na Merrion Road, em Ballsbridge. O caminho é o mesmo para todo mundo — muda só uma coisa, e é a letra da sua porta.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42B5A"/>
                </a:solidFill>
                <a:latin typeface="Montserrat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132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120">
                <a:solidFill>
                  <a:srgbClr val="6B6B6B"/>
                </a:solidFill>
                <a:latin typeface="Montserrat"/>
              </a:rPr>
              <a:t>SEÇÕES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4892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42B5A"/>
                </a:solidFill>
                <a:latin typeface="Montserrat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54132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120">
                <a:solidFill>
                  <a:srgbClr val="6B6B6B"/>
                </a:solidFill>
                <a:latin typeface="Montserrat"/>
              </a:rPr>
              <a:t>URNAS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892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42B5A"/>
                </a:solidFill>
                <a:latin typeface="Montserrat"/>
              </a:rPr>
              <a:t>16.794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4132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120">
                <a:solidFill>
                  <a:srgbClr val="6B6B6B"/>
                </a:solidFill>
                <a:latin typeface="Montserrat"/>
              </a:rPr>
              <a:t>ELEITORES APTOS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8920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042B5A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132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spc="120">
                <a:solidFill>
                  <a:srgbClr val="6B6B6B"/>
                </a:solidFill>
                <a:latin typeface="Montserrat"/>
              </a:rPr>
              <a:t>PORTAS: A, B E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371600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536192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176272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oeste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1371600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33888" y="1536192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>
                <a:solidFill>
                  <a:srgbClr val="042B5A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3888" y="2176272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norte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75136" y="1371600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75136" y="1536192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5136" y="2176272"/>
            <a:ext cx="713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leste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6974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B6B6B"/>
                </a:solidFill>
                <a:latin typeface="Montserrat"/>
              </a:rPr>
              <a:t>Cada porta serve uma parede inteira, e só ela.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Royal Dublin Society, Hall 2 · Merrion Road, Ballsbridge, Dublin 4, D04 AK83 · entrada de eleitores pelo portão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833608" y="1207008"/>
            <a:ext cx="414816" cy="5257800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2128" y="172552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50645" y="1258860"/>
            <a:ext cx="0" cy="5154095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224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484" y="2487754"/>
            <a:ext cx="2608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484" y="2617384"/>
            <a:ext cx="2608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484" y="2772940"/>
            <a:ext cx="2608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83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6152" y="401739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83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43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83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8374" y="6132954"/>
            <a:ext cx="21259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 as três filas: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83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8374" y="5189247"/>
            <a:ext cx="667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8374" y="5344803"/>
            <a:ext cx="667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83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120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638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779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77933" y="5189247"/>
            <a:ext cx="66681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7933" y="5344803"/>
            <a:ext cx="66681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964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594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113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5069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06973" y="5189247"/>
            <a:ext cx="667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6973" y="5344803"/>
            <a:ext cx="6673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254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069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5116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095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12035" y="37440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128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83720" y="34971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353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006240" y="34971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578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28759" y="34971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975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90813" y="35154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064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709004" y="3744080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538051" y="2005529"/>
            <a:ext cx="21259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38051" y="2005529"/>
            <a:ext cx="0" cy="235927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520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520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71123" y="2990719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63777" y="1918661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77877" y="1886657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5F882E"/>
                </a:solidFill>
                <a:latin typeface="Montserrat"/>
              </a:rPr>
              <a:t>PORTÃO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77877" y="2051249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09548" y="1886657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09548" y="1927805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488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48809" y="3068551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458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5808" y="4831521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924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92469" y="5738933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702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0248" y="3825591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06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753393" y="6236099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 rot="-5400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SUA SEÇÃO, SUA 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Ache o seu número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B6B6B"/>
                </a:solidFill>
                <a:latin typeface="Montserrat"/>
              </a:rPr>
              <a:t>As 51 seções da Irlanda, repartidas pelas três portas. Anote a letra: você vai procurá-la três vezes no caminho.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3657600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3657600" cy="64008"/>
          </a:xfrm>
          <a:prstGeom prst="rect">
            <a:avLst/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874519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92024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porta 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13969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parede oeste · 18 seções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9344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9344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5728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82112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1105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1278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9344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1314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5728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1352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2112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2847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3078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09344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4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3142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95728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95728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3161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2112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82112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3179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3307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09344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3309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95728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95728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3311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82112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82112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3313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142232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192524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3889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09344" y="4142232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192524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3913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160020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53128" y="1600200"/>
            <a:ext cx="3657600" cy="64008"/>
          </a:xfrm>
          <a:prstGeom prst="rect">
            <a:avLst/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681728" y="1874519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1975104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042B5A"/>
                </a:solidFill>
                <a:latin typeface="Montserrat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6088" y="192024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porta S5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6088" y="213969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parede norte · 16 seções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09160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0512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95544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95544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0518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81928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1928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0521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68312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68312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1160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09160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09160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2855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95544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3108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81928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81928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3181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068312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68312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3302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09160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3305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95544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95544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3306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81928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81928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68312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68312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3315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09160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09160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3422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95544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95544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3778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81928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81928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068312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68312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3845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39328" y="1600200"/>
            <a:ext cx="3657600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39328" y="1600200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567928" y="1874519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67928" y="1975104"/>
            <a:ext cx="475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62288" y="192024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porta S6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62288" y="213969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parede leste · 17 seções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595360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595360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0511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381744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81744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0517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168128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68128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0519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954512" y="2606040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954512" y="2656332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0527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95360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95360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1099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381744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81744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1100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68128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168128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1292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954512" y="2990088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954512" y="3040380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3054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595360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95360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3216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381744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81744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3229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168128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168128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3245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954512" y="3374136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954512" y="34244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3322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595360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95360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381744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381744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168128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168128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3752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954512" y="3758184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954512" y="3808476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3821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595360" y="4142232"/>
            <a:ext cx="694944" cy="301752"/>
          </a:xfrm>
          <a:prstGeom prst="roundRect">
            <a:avLst>
              <a:gd name="adj" fmla="val 1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595360" y="4192524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5029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6B6B"/>
                </a:solidFill>
                <a:latin typeface="Montserrat"/>
              </a:rPr>
              <a:t>Consulte sempre o seu local e a sua seção no site do TSE antes de sair de casa. · Gerado por scripts/mapa_publico_pptx.py a partir da planta medida do Hall 2 e da agregação oficial de seções.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